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0" y="-1371600"/>
            <a:ext cx="5029200" cy="5029200"/>
          </a:xfrm>
          <a:prstGeom prst="ellipse">
            <a:avLst/>
          </a:prstGeom>
          <a:solidFill>
            <a:srgbClr val="02C39A">
              <a:alpha val="18000"/>
            </a:srgbClr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2743200"/>
            <a:ext cx="2743200" cy="2743200"/>
          </a:xfrm>
          <a:prstGeom prst="ellipse">
            <a:avLst/>
          </a:prstGeom>
          <a:solidFill>
            <a:srgbClr val="E8EEFC">
              <a:alpha val="10000"/>
            </a:srgbClr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5943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LINX · ENGINEERING KICKOFF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0515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 Gateway.</a:t>
            </a:r>
            <a:endParaRPr lang="en-US" sz="6200" dirty="0"/>
          </a:p>
        </p:txBody>
      </p:sp>
      <p:sp>
        <p:nvSpPr>
          <p:cNvPr id="6" name="Text 4"/>
          <p:cNvSpPr/>
          <p:nvPr/>
        </p:nvSpPr>
        <p:spPr>
          <a:xfrm>
            <a:off x="548640" y="21945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on P0. Name what's open. Start moving.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926080"/>
            <a:ext cx="3108960" cy="640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9260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300" kern="0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15 · IDENTIVERSE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weeks · hard deadline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794760"/>
            <a:ext cx="502920" cy="36576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91363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Sunday · 27 April 2026 · Omri Lorch, Product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4747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Context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we are.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3931920" cy="256032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54480"/>
            <a:ext cx="73152" cy="25603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66420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WE'VE BUILT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13232" y="2075688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20116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graph model  </a:t>
            </a:r>
            <a:pPr indent="0" marL="0">
              <a:buNone/>
            </a:pPr>
            <a:r>
              <a:rPr lang="en-US" sz="11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entity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13232" y="2578608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25146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&gt; Agents UI  </a:t>
            </a:r>
            <a:pPr indent="0" marL="0">
              <a:buNone/>
            </a:pPr>
            <a:r>
              <a:rPr lang="en-US" sz="11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data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13232" y="3081528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30175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 </a:t>
            </a:r>
            <a:pPr indent="0" marL="0">
              <a:buNone/>
            </a:pPr>
            <a:r>
              <a:rPr lang="en-US" sz="11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· Vertex AI · Bedrock · n8n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13232" y="3584448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0" y="35204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issues  </a:t>
            </a:r>
            <a:pPr indent="0" marL="0">
              <a:buNone/>
            </a:pPr>
            <a:r>
              <a:rPr lang="en-US" sz="11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AGENT_EXCESSIVE_PERMISSIONS, AGENT_OWNER_OFFBOARDED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0" y="1554480"/>
            <a:ext cx="4114800" cy="2560320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0" y="1554480"/>
            <a:ext cx="73152" cy="25603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00600" y="16642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800600" y="1993392"/>
            <a:ext cx="3657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 : 1 — more agents than humans in the average enterprise.</a:t>
            </a:r>
            <a:endParaRPr lang="en-US" sz="13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and PAM tools were built for humans and NHIs. They don't govern agents that spin up in seconds, chain through tools, and decide at runtime.</a:t>
            </a:r>
            <a:endParaRPr lang="en-US" sz="13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visibility. No policy. No audit trail.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Enterprise still Backlog · Copilot Studio connector Canceled Jan 2026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321040" y="48234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4747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The pivot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IdP-led to protocol-led.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3749040" cy="2834640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54480"/>
            <a:ext cx="73152" cy="2834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66420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TRIED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1993392"/>
            <a:ext cx="3337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Govern agents through the same IAM APIs that govern humans + NHIs.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" y="2743200"/>
            <a:ext cx="3337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broke: </a:t>
            </a:r>
            <a:pPr indent="0" marL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 stalled where it needed to intercept live agent call-flow. The IAM API surface doesn't expose that layer — it was built for user sessions, not ephemeral tool chains.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discovery: the shape of agent access is fundamentally different. That learning is what makes the Gateway design possible.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7680" y="2971800"/>
            <a:ext cx="594360" cy="0"/>
          </a:xfrm>
          <a:prstGeom prst="line">
            <a:avLst/>
          </a:prstGeom>
          <a:noFill/>
          <a:ln w="38100">
            <a:solidFill>
              <a:srgbClr val="0F1B3D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983480" y="1554480"/>
            <a:ext cx="3749040" cy="283464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83480" y="1554480"/>
            <a:ext cx="73152" cy="283464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84648" y="166420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DOING NOW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184648" y="199339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 Gateway.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184648" y="2560320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 agents at the protocol layer — one enforcement point between every agent and every tool.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138928" y="3337560"/>
            <a:ext cx="914400" cy="566928"/>
          </a:xfrm>
          <a:prstGeom prst="roundRect">
            <a:avLst>
              <a:gd name="adj" fmla="val 9677"/>
            </a:avLst>
          </a:prstGeom>
          <a:solidFill>
            <a:srgbClr val="1A2545"/>
          </a:solidFill>
          <a:ln w="9525">
            <a:solidFill>
              <a:srgbClr val="E8EE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38928" y="3337560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099048" y="3621024"/>
            <a:ext cx="274320" cy="0"/>
          </a:xfrm>
          <a:prstGeom prst="line">
            <a:avLst/>
          </a:prstGeom>
          <a:noFill/>
          <a:ln w="19050">
            <a:solidFill>
              <a:srgbClr val="02C39A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400800" y="3291840"/>
            <a:ext cx="1371600" cy="658368"/>
          </a:xfrm>
          <a:prstGeom prst="roundRect">
            <a:avLst>
              <a:gd name="adj" fmla="val 8333"/>
            </a:avLst>
          </a:prstGeom>
          <a:solidFill>
            <a:srgbClr val="091230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329184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818120" y="3621024"/>
            <a:ext cx="274320" cy="0"/>
          </a:xfrm>
          <a:prstGeom prst="line">
            <a:avLst/>
          </a:prstGeom>
          <a:noFill/>
          <a:ln w="19050">
            <a:solidFill>
              <a:srgbClr val="02C39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138160" y="3337560"/>
            <a:ext cx="502920" cy="566928"/>
          </a:xfrm>
          <a:prstGeom prst="roundRect">
            <a:avLst>
              <a:gd name="adj" fmla="val 10909"/>
            </a:avLst>
          </a:prstGeom>
          <a:solidFill>
            <a:srgbClr val="1A2545"/>
          </a:solidFill>
          <a:ln w="9525">
            <a:solidFill>
              <a:srgbClr val="E8EE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138160" y="3337560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184648" y="404164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Lead: Sarit + Amir Ben Ami  ·  Status: concept / whiteboard  ·  No design doc yet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46451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are the fastest-growing identity category — we want to be the one-stop shop. If Saviynt or Token Security defines MCP governance at Identiverse and we don't show up, that category is theirs.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321040" y="48234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4747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P0 scope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demo shows. Is this 7 weeks?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34340" y="150876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34340" y="1508760"/>
            <a:ext cx="269748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7220" y="164592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17220" y="1892808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Gateway Core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17220" y="2313432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Protocol-layer enforcement point. Every agent → tool call flows through it.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17220" y="294436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Javier + Omer Blechman · research starts here · what feeds in from M1/M2 = part of this discovery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3260" y="150876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23260" y="1508760"/>
            <a:ext cx="269748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06140" y="164592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406140" y="1892808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Policy Agent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406140" y="2313432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profiles per agent — MCP/platform level AND per tool. Granular, not binary.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12180" y="150876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12180" y="1508760"/>
            <a:ext cx="269748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95060" y="164592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95060" y="1892808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Screens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195060" y="2313432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"Integration" tab for MCPs + 3 log views: System · Governance · All Access.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310128"/>
            <a:ext cx="868680" cy="27432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31012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POST-P0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417320" y="332841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sequence after demo lands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56616" y="3675888"/>
            <a:ext cx="2011680" cy="475488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6616" y="3675888"/>
            <a:ext cx="54864" cy="475488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" y="372160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JIT with Gateway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On-the-fly grants. With/without HITL.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496312" y="3675888"/>
            <a:ext cx="2011680" cy="475488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496312" y="3675888"/>
            <a:ext cx="54864" cy="475488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624328" y="372160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JML for Agents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Joiner / mover / leaver lifecycle.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636008" y="3675888"/>
            <a:ext cx="2011680" cy="475488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636008" y="3675888"/>
            <a:ext cx="54864" cy="475488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64024" y="372160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to connect apps. Secured setup.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775704" y="3675888"/>
            <a:ext cx="2011680" cy="475488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75704" y="3675888"/>
            <a:ext cx="54864" cy="475488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903720" y="372160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Intent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 + context + sensitivity.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4279392"/>
            <a:ext cx="8229600" cy="3840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427939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QUESTION:  </a:t>
            </a:r>
            <a:pPr indent="0" marL="0">
              <a:buNone/>
            </a:pPr>
            <a:r>
              <a:rPr lang="en-US" sz="13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Gateway Core + Policy Agent + Screens achievable in 7 weeks? What, if anything, comes out?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21040" y="48234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3200400"/>
            <a:ext cx="4572000" cy="4572000"/>
          </a:xfrm>
          <a:prstGeom prst="ellipse">
            <a:avLst/>
          </a:prstGeom>
          <a:solidFill>
            <a:srgbClr val="02C39A">
              <a:alpha val="15000"/>
            </a:srgbClr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4747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We leave with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outputs. Not discussion topics.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06908" y="1645920"/>
            <a:ext cx="2697480" cy="47548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06908" y="16459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37260" y="170992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P0 status snapshot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06908" y="2121408"/>
            <a:ext cx="2697480" cy="2267712"/>
          </a:xfrm>
          <a:prstGeom prst="rect">
            <a:avLst/>
          </a:prstGeom>
          <a:solidFill>
            <a:srgbClr val="091230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9788" y="2267712"/>
            <a:ext cx="2331720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Core: what exists, what doesn't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Agent: same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Screens: design started?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Shared picture, no gaps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23260" y="1645920"/>
            <a:ext cx="2697480" cy="4754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23260" y="16459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753612" y="170992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Gateway Core POC plan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23260" y="2121408"/>
            <a:ext cx="2697480" cy="2267712"/>
          </a:xfrm>
          <a:prstGeom prst="rect">
            <a:avLst/>
          </a:prstGeom>
          <a:solidFill>
            <a:srgbClr val="091230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06140" y="2267712"/>
            <a:ext cx="2331720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Owners: Javier + Omer Blechman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Options: build vs. adopt · M1/M2 inputs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27 research → May 11 POC check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Jun 1 integration · Jun 15 demo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39612" y="1645920"/>
            <a:ext cx="2697480" cy="475488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39612" y="16459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569964" y="170992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format picked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039612" y="2121408"/>
            <a:ext cx="2697480" cy="2267712"/>
          </a:xfrm>
          <a:prstGeom prst="rect">
            <a:avLst/>
          </a:prstGeom>
          <a:solidFill>
            <a:srgbClr val="091230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22492" y="2267712"/>
            <a:ext cx="2331720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live: Gateway + 1 connector + 1 policy, live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canned: all 3 components, scripted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Hybrid: Gateway live, rest scripted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Room picks one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544568"/>
            <a:ext cx="8229600" cy="38404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54456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TO THE ROOM:  </a:t>
            </a:r>
            <a:pPr indent="0" marL="0">
              <a:buNone/>
            </a:pPr>
            <a:r>
              <a:rPr lang="en-US" sz="1300" b="1" i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from M1 / M2 already covers parts of P0? What do you think is missing?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321040" y="48234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MCP Gateway — Engineering Kickoff</dc:title>
  <dc:subject>PptxGenJS Presentation</dc:subject>
  <dc:creator>Omri Lorch</dc:creator>
  <cp:lastModifiedBy>Omri Lorch</cp:lastModifiedBy>
  <cp:revision>1</cp:revision>
  <dcterms:created xsi:type="dcterms:W3CDTF">2026-04-26T07:15:17Z</dcterms:created>
  <dcterms:modified xsi:type="dcterms:W3CDTF">2026-04-26T07:15:17Z</dcterms:modified>
</cp:coreProperties>
</file>
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5029200" cy="5029200"/>
          </a:xfrm>
          <a:prstGeom prst="ellipse">
            <a:avLst/>
          </a:prstGeom>
          <a:solidFill>
            <a:srgbClr val="02C39A">
              <a:alpha val="18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P0. Name what's open.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15 · IDENTIVERSE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 · hard deadline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0292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13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 · Omri Lorch, Product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114800" cy="2560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64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993392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 now run more agents than humans — 144 : 1.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IAM and PAM tools were built for humans and NHIs. They don't govern agents that spin up in seconds, chain through tools, and decide at runtime.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visibility. No policy. No audit trail.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931920" cy="2560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10912" y="207568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10912" y="257860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&gt; Agents UI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10912" y="30815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Vertex AI · Bedrock · n8n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10912" y="358444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AGENT_EXCESSIVE_PERMISSIONS, AGENT_OWNER_OFFBOARDED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 still Backlog · Copilot Studio connector Canceled Jan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pivot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IdP-led to protocol-led.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749040" cy="2834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834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through the same IAM APIs that govern humans + NHIs.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broke: 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stalled where it needed to intercept live agent call-flow. The IAM API surface doesn't expose that layer — it was built for user sessions, not ephemeral tool chains.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discovery: the shape of agent access is fundamentally different. That learning is what makes the Gateway design possible.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971800"/>
            <a:ext cx="594360" cy="0"/>
          </a:xfrm>
          <a:prstGeom prst="line">
            <a:avLst/>
          </a:prstGeom>
          <a:noFill/>
          <a:ln w="381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83480" y="1554480"/>
            <a:ext cx="3749040" cy="28346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5544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464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NOW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84648" y="19933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84648" y="2560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38928" y="333756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3337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99048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329184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09123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918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3337560"/>
            <a:ext cx="502920" cy="566928"/>
          </a:xfrm>
          <a:prstGeom prst="roundRect">
            <a:avLst>
              <a:gd name="adj" fmla="val 10909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33756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84648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Sarit + Amir Ben Ami  ·  Status: concept / whiteboard  ·  No design doc yet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is on: Saviynt, Token Security, Astrix all moving on MCP-layer governance. No customer has asked by name — yet.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P0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demo shows. Is this 7 weeks?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3434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722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Protocol-layer enforcement point. Every agent → tool call flows through 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" y="2944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research starts here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326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26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614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614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0614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per agent — MCP/platform level AND per tool. Granular, not binary.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1218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218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506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9506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19506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 + 3 log views: System · Governance · All Access.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sequence after demo lands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6616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with Gateway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grants. With/without HITL.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96312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96312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JML for Agents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36008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36008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64024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to connect apps. Secured setup.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75704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75704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+ context + sensitivity.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2793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 </a:t>
            </a:r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Gateway Core + Policy Agent + Screens achievable in 7 weeks? What, if anything, comes out?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outputs. Not discussion topics.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06908" y="1645920"/>
            <a:ext cx="2697480" cy="47548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37260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 status snapshot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9788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Core: what exists, what doesn't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Agent: same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design started?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Shared picture, no gaps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3260" y="1645920"/>
            <a:ext cx="269748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326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753612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 owns Gateway Core POC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3260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06140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mapped: build vs. adopt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trade-offs understood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date set (2 weeks out)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named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9612" y="1645920"/>
            <a:ext cx="26974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96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69964" y="17099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defined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9612" y="2121408"/>
            <a:ext cx="2697480" cy="2267712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2492" y="2267712"/>
            <a:ext cx="233172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"works on June 15" mean?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 or canned flow?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agent? Which tools?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Scope locked, not aspirational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544568"/>
            <a:ext cx="82296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5445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already covers parts of P0? What do you think is missing?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Gateway — Engineering Kickoff</dc:title>
  <dc:subject>PptxGenJS Presentation</dc:subject>
  <dc:creator>Omri Lorch</dc:creator>
  <cp:lastModifiedBy>Omri Lorch</cp:lastModifiedBy>
  <cp:revision>1</cp:revision>
  <dcterms:created xsi:type="dcterms:W3CDTF">2026-04-26T06:57:47Z</dcterms:created>
  <dcterms:modified xsi:type="dcterms:W3CDTF">2026-04-26T06:57:47Z</dcterms:modified>
</cp:coreProperties>
</file>
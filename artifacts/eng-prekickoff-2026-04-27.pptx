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371600"/>
            <a:ext cx="5029200" cy="5029200"/>
          </a:xfrm>
          <a:prstGeom prst="ellipse">
            <a:avLst/>
          </a:prstGeom>
          <a:solidFill>
            <a:srgbClr val="02C39A">
              <a:alpha val="18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743200"/>
            <a:ext cx="2743200" cy="2743200"/>
          </a:xfrm>
          <a:prstGeom prst="ellipse">
            <a:avLst/>
          </a:prstGeom>
          <a:solidFill>
            <a:srgbClr val="E8EEFC">
              <a:alpha val="10000"/>
            </a:srgbClr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94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LINX · ENGINEERING KICKOFF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Gateway.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on P0. Name what's open. Start moving.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10896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9260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15 · IDENTIVERSE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weeks · hard deadline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0292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9136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· 27 April 2026 · Omri Lorch, Product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Context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are.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25603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73152" cy="2560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64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WE'VE BUILT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13232" y="207568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graph model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entity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13232" y="257860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514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&gt; Agents UI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232" y="308152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017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· Vertex AI · Bedrock · n8n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3232" y="3584448"/>
            <a:ext cx="201168" cy="2011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issues  </a:t>
            </a:r>
            <a:pPr indent="0" marL="0">
              <a:buNone/>
            </a:pPr>
            <a:r>
              <a:rPr lang="en-US" sz="11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AGENT_EXCESSIVE_PERMISSIONS, AGENT_OWNER_OFFBOARDED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554480"/>
            <a:ext cx="4114800" cy="256032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554480"/>
            <a:ext cx="73152" cy="2560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16642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00600" y="1993392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: 1 — more agents than humans in the average enterprise.</a:t>
            </a:r>
            <a:endParaRPr lang="en-US" sz="13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and PAM tools were built for humans and NHIs. They don't govern agents that spin up in seconds, chain through tools, and decide at runtime.</a:t>
            </a:r>
            <a:endParaRPr lang="en-US" sz="13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visibility. No policy. No audit trail.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Enterprise still Backlog · Copilot Studio connector Canceled Jan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The pivot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IdP-led to protocol-led.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749040" cy="2834640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73152" cy="2834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6642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993392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 agents through the same IAM APIs that govern humans + NHIs.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743200"/>
            <a:ext cx="3337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broke: </a:t>
            </a:r>
            <a:pPr indent="0" marL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stalled where it needed to intercept live agent call-flow. The IAM API surface doesn't expose that layer — it was built for user sessions, not ephemeral tool chains.</a:t>
            </a:r>
            <a:endParaRPr lang="en-US" sz="12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discovery: the shape of agent access is fundamentally different. That learning is what makes the Gateway design possible.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971800"/>
            <a:ext cx="594360" cy="0"/>
          </a:xfrm>
          <a:prstGeom prst="line">
            <a:avLst/>
          </a:prstGeom>
          <a:noFill/>
          <a:ln w="38100">
            <a:solidFill>
              <a:srgbClr val="0F1B3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983480" y="1554480"/>
            <a:ext cx="3749040" cy="28346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83480" y="1554480"/>
            <a:ext cx="73152" cy="2834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84648" y="16642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DOING NOW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184648" y="1993392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Gateway.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84648" y="25603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agents at the protocol layer — one enforcement point between every agent and every tool.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38928" y="3337560"/>
            <a:ext cx="914400" cy="566928"/>
          </a:xfrm>
          <a:prstGeom prst="roundRect">
            <a:avLst>
              <a:gd name="adj" fmla="val 9677"/>
            </a:avLst>
          </a:prstGeom>
          <a:solidFill>
            <a:srgbClr val="1A2545"/>
          </a:solidFill>
          <a:ln w="9525">
            <a:solidFill>
              <a:srgbClr val="E8EE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38928" y="3337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99048" y="3621024"/>
            <a:ext cx="27432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0" y="329184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09123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2918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18120" y="3621024"/>
            <a:ext cx="27432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3337560"/>
            <a:ext cx="502920" cy="566928"/>
          </a:xfrm>
          <a:prstGeom prst="roundRect">
            <a:avLst>
              <a:gd name="adj" fmla="val 10909"/>
            </a:avLst>
          </a:prstGeom>
          <a:solidFill>
            <a:srgbClr val="1A2545"/>
          </a:solidFill>
          <a:ln w="9525">
            <a:solidFill>
              <a:srgbClr val="E8EE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38160" y="3337560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84648" y="40416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Lead: Sarit + Amir Ben Ami  ·  Status: concept / whiteboard  ·  No design doc yet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645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identities now outpace every other identity class — 144:1 in deployed enterprises (SACR, 2026). If Saviynt or Token Security defines MCP governance at Identiverse and we don't show up, that category is theirs.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P0 scope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demo shows. Is this 7 weeks?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3434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434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722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722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Gateway Core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1722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Protocol-layer enforcement point. Every agent → tool call flows through it.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" y="29443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+ Omer Blechman · research starts here · what feeds in from M1/M2 = part of this discovery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326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2326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0614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0614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Agent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40614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profiles per agent — MCP/platform level AND per tool. Granular, not binary.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12180" y="150876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12180" y="1508760"/>
            <a:ext cx="2697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5060" y="164592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95060" y="1892808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195060" y="2313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"Integration" tab for MCPs + 3 log views: System · Governance · All Access.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868680" cy="2743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417320" y="3328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sequence after demo lands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56616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616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with Gateway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On-the-fly grants. With/without HITL.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496312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96312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24328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JML for Agents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 / mover / leaver lifecycle.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36008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36008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64024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to connect apps. Secured setup.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75704" y="3675888"/>
            <a:ext cx="2011680" cy="47548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75704" y="3675888"/>
            <a:ext cx="54864" cy="475488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03720" y="372160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Intent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+ context + sensitivity.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4279392"/>
            <a:ext cx="822960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2793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QUESTION:  </a:t>
            </a:r>
            <a:pPr indent="0" marL="0">
              <a:buNone/>
            </a:pPr>
            <a:r>
              <a:rPr lang="en-US" sz="13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Gateway Core + Policy Agent + Screens achievable in 7 weeks? What, if anything, comes out?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4572000" cy="4572000"/>
          </a:xfrm>
          <a:prstGeom prst="ellipse">
            <a:avLst/>
          </a:prstGeom>
          <a:solidFill>
            <a:srgbClr val="02C39A">
              <a:alpha val="12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474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Aligned. Now go.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workstreams start today. One cadence. June 15.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4340" y="2103120"/>
            <a:ext cx="2697480" cy="6583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21488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CORE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71500" y="24505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91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Javier + Omer Blechman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" y="2761488"/>
            <a:ext cx="2697480" cy="1673352"/>
          </a:xfrm>
          <a:prstGeom prst="rect">
            <a:avLst/>
          </a:prstGeom>
          <a:solidFill>
            <a:srgbClr val="091230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932" y="2907792"/>
            <a:ext cx="23682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Research: build vs. adopt, options + coverage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what existing work feeds 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POC plan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First sync: Wednesday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23260" y="2103120"/>
            <a:ext cx="269748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0420" y="21488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+ COMPETITIVE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60420" y="24505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91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Omri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23260" y="2761488"/>
            <a:ext cx="2697480" cy="1673352"/>
          </a:xfrm>
          <a:prstGeom prst="rect">
            <a:avLst/>
          </a:prstGeom>
          <a:solidFill>
            <a:srgbClr val="09123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2907792"/>
            <a:ext cx="23682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scan: where the market is moving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P0 remainder + post-P0 sequence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“demo lands” — format + scenario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Share findings: Wednesday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12180" y="2103120"/>
            <a:ext cx="2697480" cy="658368"/>
          </a:xfrm>
          <a:prstGeom prst="rect">
            <a:avLst/>
          </a:prstGeom>
          <a:solidFill>
            <a:srgbClr val="E8EEFC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9340" y="21488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49340" y="24505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Sarit + Amir Ben Ami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12180" y="2761488"/>
            <a:ext cx="2697480" cy="1673352"/>
          </a:xfrm>
          <a:prstGeom prst="rect">
            <a:avLst/>
          </a:prstGeom>
          <a:solidFill>
            <a:srgbClr val="091230"/>
          </a:solidFill>
          <a:ln w="12700">
            <a:solidFill>
              <a:srgbClr val="E8EE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6772" y="2907792"/>
            <a:ext cx="23682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design doc: surface + policy model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Tool-level access model for Policy Agent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points with eng research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This week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5720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FOR LINX  ·  </a:t>
            </a:r>
            <a:pPr indent="0" marL="0">
              <a:buNone/>
            </a:pPr>
            <a:r>
              <a:rPr lang="en-US" sz="1300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Omri + Sarit tracking weekly  ·  June 15 is the line  ·  </a:t>
            </a:r>
            <a:pPr indent="0" marL="0">
              <a:buNone/>
            </a:pPr>
            <a:r>
              <a:rPr lang="en-US" sz="1300" b="1" dirty="0">
                <a:solidFill>
                  <a:srgbClr val="0F1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full sync after Wednesday research check-in.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21040" y="48234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Gateway — Engineering Kickoff</dc:title>
  <dc:subject>PptxGenJS Presentation</dc:subject>
  <dc:creator>Omri Lorch</dc:creator>
  <cp:lastModifiedBy>Omri Lorch</cp:lastModifiedBy>
  <cp:revision>1</cp:revision>
  <dcterms:created xsi:type="dcterms:W3CDTF">2026-04-26T07:29:42Z</dcterms:created>
  <dcterms:modified xsi:type="dcterms:W3CDTF">2026-04-26T07:29:42Z</dcterms:modified>
</cp:coreProperties>
</file>
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645920"/>
            <a:ext cx="4572000" cy="4572000"/>
          </a:xfrm>
          <a:prstGeom prst="ellipse">
            <a:avLst/>
          </a:prstGeom>
          <a:solidFill>
            <a:srgbClr val="02C39A">
              <a:alpha val="2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0" y="2926080"/>
            <a:ext cx="2743200" cy="2743200"/>
          </a:xfrm>
          <a:prstGeom prst="ellipse">
            <a:avLst/>
          </a:prstGeom>
          <a:solidFill>
            <a:srgbClr val="E8EEFC">
              <a:alpha val="10000"/>
            </a:srgbClr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LINX · ENGINEERING PRE-KICKOFF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AI Governance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shipped · what we learned · where we go next.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1148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 · 27 April 2026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Omri Lorch · Product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840480"/>
            <a:ext cx="548640" cy="45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Why we started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Agents are humans on steroids.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don't sleep. They don't wait. They operate at machine speed. And like any superpower — unmanaged, it becomes a risk.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651760"/>
            <a:ext cx="2651760" cy="118872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651760"/>
            <a:ext cx="73152" cy="1188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144 : 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85800" y="3291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NHI-to-human ratio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(SACR benchmark)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2651760"/>
            <a:ext cx="2651760" cy="118872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6120" y="2651760"/>
            <a:ext cx="73152" cy="1188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474720" y="3291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breaches start with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stolen credentials (DBIR '25)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2651760"/>
            <a:ext cx="2651760" cy="118872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2651760"/>
            <a:ext cx="73152" cy="1188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263640" y="3291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CISO questions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committed to answer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114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Where are my agents?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46120" y="4114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What can they access?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035040" y="4114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Who is accountable?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48234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Pre-Kickoff · AI Governance · 2026-04-27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What we shipped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M1 is live. Real agents, real data.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4023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graph model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Agents as first-class nodes in the identity graph.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› Agents UI + entity page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Inventory, ownership, model, tools, issues — all in one place.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issues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AGENT_EXCESSIVE_PERMISSIONS · AGENT_OWNER_OFFBOARDED.</a:t>
            </a:r>
            <a:endParaRPr lang="en-US" sz="1400" dirty="0"/>
          </a:p>
        </p:txBody>
      </p:sp>
      <p:pic>
        <p:nvPicPr>
          <p:cNvPr id="6" name="Image 0" descr="/tmp/mor-pics/slide12_16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691640"/>
            <a:ext cx="3931920" cy="2468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754880" y="41605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Shipped: release-notes-assistant agent detail page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4526280"/>
            <a:ext cx="8229600" cy="41148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45262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LIVE: </a:t>
            </a:r>
            <a:pPr indent="0" marL="0">
              <a:buNone/>
            </a:pPr>
            <a:r>
              <a:rPr lang="en-US" sz="1100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 ·  Vertex AI  ·  Amazon Bedrock  ·  n8n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What we learned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1097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1371600" y="118872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counted on the IdPs to identify agents.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didn't work.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371600" y="30175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access is ephemeral, intent-driven, and multi-hop through tools and MCP servers. The IAM API surface that powers human + NHI governance can't see that shape.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2062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learning, not a failure. We now know what the next layer has to do.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The pivot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 agents at the protocol layer.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MCP Gateway sits between agents and everything they reach — apps, tools, resources. One enforcement point. Every call, policy-checked.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828800" cy="1188720"/>
          </a:xfrm>
          <a:prstGeom prst="roundRect">
            <a:avLst>
              <a:gd name="adj" fmla="val 7692"/>
            </a:avLst>
          </a:prstGeom>
          <a:solidFill>
            <a:srgbClr val="E8EEFC"/>
          </a:solidFill>
          <a:ln w="19050">
            <a:solidFill>
              <a:srgbClr val="0F1B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14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· Claude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· n8n · Copilot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23160" y="2971800"/>
            <a:ext cx="685800" cy="0"/>
          </a:xfrm>
          <a:prstGeom prst="line">
            <a:avLst/>
          </a:prstGeom>
          <a:noFill/>
          <a:ln w="25400">
            <a:solidFill>
              <a:srgbClr val="0F1B3D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20040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0F1B3D"/>
          </a:solidFill>
          <a:ln w="381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2423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00400" y="2834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· policy · audit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00400" y="3200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enforcement point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89320" y="2971800"/>
            <a:ext cx="685800" cy="0"/>
          </a:xfrm>
          <a:prstGeom prst="line">
            <a:avLst/>
          </a:prstGeom>
          <a:noFill/>
          <a:ln w="25400">
            <a:solidFill>
              <a:srgbClr val="0F1B3D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766560" y="2377440"/>
            <a:ext cx="1828800" cy="1188720"/>
          </a:xfrm>
          <a:prstGeom prst="roundRect">
            <a:avLst>
              <a:gd name="adj" fmla="val 7692"/>
            </a:avLst>
          </a:prstGeom>
          <a:solidFill>
            <a:srgbClr val="E8EEFC"/>
          </a:solidFill>
          <a:ln w="19050">
            <a:solidFill>
              <a:srgbClr val="0F1B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66560" y="2514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· TOOLS · DATA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66560" y="28346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· Notion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· Linear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· ...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1605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CONVERGENCE  ·  </a:t>
            </a:r>
            <a:pPr indent="0" marL="0">
              <a:buNone/>
            </a:pPr>
            <a:r>
              <a:rPr lang="en-US" sz="1100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Saviynt, Token Security, Astrix all moving toward MCP-layer governance. We're aligned to where the category is going.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P0 scope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building first.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Sarit's architecture session — the minimum surface to demo at Identiverse.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011680"/>
            <a:ext cx="27432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240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Gateway Core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3063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protocol-layer enforcement point. Every agent → tool call flows through it. Identity-aware, loggable, policy-checkable.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201168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2011680"/>
            <a:ext cx="27432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2240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74720" y="2560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 Agent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474720" y="3063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profiles for agents — at MCP/platform level AND at the individual tool level inside each platform. Granular, not binary.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201168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35040" y="2011680"/>
            <a:ext cx="27432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240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09360" y="2560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Screens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309360" y="3063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"Integration" tab for MCPs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Logs: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– System Logs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– Governance Logs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– All Access Logs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5720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demoes at Identiverse. Everything else is post-P0.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Post-P0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goes next.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4160520" cy="141732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83080"/>
            <a:ext cx="73152" cy="141732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6596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JIT with Gateway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On-the-fly access grants. With or without human-in-the-loop. Ephemeral, scoped per task — the JIT-TRUST pattern.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783080"/>
            <a:ext cx="4160520" cy="141732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783080"/>
            <a:ext cx="73152" cy="141732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196596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JML for Agents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74920" y="242316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Joiner / mover / leaver lifecycle. Owner offboarded? The agents they spawned don't linger.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4160520" cy="141732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383280"/>
            <a:ext cx="73152" cy="141732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56616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31520" y="402336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for connecting apps to the Gateway. Secured setup flow — self-service, not a services engagement.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3383280"/>
            <a:ext cx="4160520" cy="141732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0600" y="3383280"/>
            <a:ext cx="73152" cy="141732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56616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Intent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074920" y="402336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horizon. Identity + behavior + context + data sensitivity, continuously evaluated. SACR's emerging differentiator.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Backlog, not roadmap. We sequence these after the Gateway earns its keep.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How we'll move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Agility with discipline.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64792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647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691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2-week cycles  </a:t>
            </a:r>
            <a:pPr indent="0" marL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explicit pivot points. No one is held to a plan that's been invalidated by learning.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267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21945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↔ Eng co-discovery  </a:t>
            </a:r>
            <a:pPr indent="0" marL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isn't tickets in a queue. We find the problem and the solution together.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770632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770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2697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early  </a:t>
            </a:r>
            <a:pPr indent="0" marL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wrong at Identiverse. Fast feedback over polished spec.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273552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273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60120" y="32004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 deadline  </a:t>
            </a:r>
            <a:pPr indent="0" marL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15 · Identiverse. That's what we're working backwards from.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1605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27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286000" y="4434840"/>
            <a:ext cx="13716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49040" y="41605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+ BUILD CYCLES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60720" y="4434840"/>
            <a:ext cx="13716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23760" y="41605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IDENTIVERSE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15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4572000" cy="4572000"/>
          </a:xfrm>
          <a:prstGeom prst="ellipse">
            <a:avLst/>
          </a:prstGeom>
          <a:solidFill>
            <a:srgbClr val="02C39A">
              <a:alpha val="15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E8EEFC">
              <a:alpha val="10000"/>
            </a:srgbClr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What we leave with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Sunday only counts if…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share one picture of M1/M2 status — what ships, what pauses, what folds into the Gateway.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31720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240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pressure-test the P0 Gateway scope. Sarit + Amir leave with enough to take into design this week.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name owners for the next 2 weeks of investigation.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337560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2461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a June 15 sanity check — committed demo, or aspiration we re-evaluate in 2 weeks?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206240"/>
            <a:ext cx="548640" cy="45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343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the team. Start moving.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Engineering Pre-Kickoff — AI Governance</dc:title>
  <dc:subject>PptxGenJS Presentation</dc:subject>
  <dc:creator>Omri Lorch</dc:creator>
  <cp:lastModifiedBy>Omri Lorch</cp:lastModifiedBy>
  <cp:revision>1</cp:revision>
  <dcterms:created xsi:type="dcterms:W3CDTF">2026-04-24T05:45:03Z</dcterms:created>
  <dcterms:modified xsi:type="dcterms:W3CDTF">2026-04-24T05:45:03Z</dcterms:modified>
</cp:coreProperties>
</file>
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371600"/>
            <a:ext cx="5029200" cy="5029200"/>
          </a:xfrm>
          <a:prstGeom prst="ellipse">
            <a:avLst/>
          </a:prstGeom>
          <a:solidFill>
            <a:srgbClr val="02C39A">
              <a:alpha val="18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74320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P0. Name what's open. Start moving.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10896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26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15 · IDENTIVERSE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weeks · hard deadline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0292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9136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 · Omri Lorch, Product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114800" cy="25603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2560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64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993392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Enterprises now run more agents than humans — 144 : 1.</a:t>
            </a: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IAM and PAM tools were built for humans and NHIs. They don't govern agents that spin up in seconds, chain through tools, and decide at runtime.</a:t>
            </a: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visibility. No policy. No audit trail.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3931920" cy="25603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554480"/>
            <a:ext cx="73152" cy="2560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WE'VE BUILT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10912" y="207568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 model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entity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10912" y="257860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2514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&gt; Agents UI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10912" y="30815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0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Vertex AI · Bedrock · n8n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10912" y="358444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issues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AGENT_EXCESSIVE_PERMISSIONS, AGENT_OWNER_OFFBOARDED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Enterprise still Backlog · Copilot Studio connector Canceled Jan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pivot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IdP-led to protocol-led.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749040" cy="283464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2834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 agents through the same IAM APIs that govern humans + NHIs.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743200"/>
            <a:ext cx="3337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broke: 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stalled where it needed to intercept live agent call-flow. The IAM API surface doesn't expose that layer — it was built for user sessions, not ephemeral tool chains.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discovery: the shape of agent access is fundamentally different. That learning is what makes the Gateway design possible.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971800"/>
            <a:ext cx="594360" cy="0"/>
          </a:xfrm>
          <a:prstGeom prst="line">
            <a:avLst/>
          </a:prstGeom>
          <a:noFill/>
          <a:ln w="381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983480" y="1554480"/>
            <a:ext cx="3749040" cy="28346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83480" y="155448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4648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DOING NOW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84648" y="19933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84648" y="25603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at the protocol layer — one enforcement point between every agent and every tool.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38928" y="333756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38928" y="3337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99048" y="3621024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0" y="329184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09123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918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18120" y="3621024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3337560"/>
            <a:ext cx="502920" cy="566928"/>
          </a:xfrm>
          <a:prstGeom prst="roundRect">
            <a:avLst>
              <a:gd name="adj" fmla="val 10909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333756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84648" y="4041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Sarit + Amir Ben Ami  ·  Status: concept / whiteboard  ·  No design doc yet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645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the fastest-growing identity category. We want to be the one-stop shop — this is the moment. Race is on: Saviynt, Token Security, Astrix all converging here.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P0 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demo shows. Is this 7 weeks?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3434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722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722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1722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Protocol-layer enforcement point. Every agent → tool call flows through it.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" y="29443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+ Omer Blechman · research starts here · what feeds in from M1/M2 = part of this discovery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326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2326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614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614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0614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per agent — MCP/platform level AND per tool. Granular, not binary.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1218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1218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506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9506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19506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"Integration" tab for MCPs + 3 log views: System · Governance · All Access.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868680" cy="2743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17320" y="3328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sequence after demo lands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6616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with Gateway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grants. With/without HITL.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496312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96312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24328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JML for Agents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36008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36008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64024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to connect apps. Secured setup.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75704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75704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03720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Intent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+ context + sensitivity.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279392"/>
            <a:ext cx="82296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2793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QUESTION:  </a:t>
            </a:r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Gateway Core + Policy Agent + Screens achievable in 7 weeks? What, if anything, comes out?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4572000" cy="45720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We leave with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outputs. Not discussion topics.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06908" y="1645920"/>
            <a:ext cx="2697480" cy="47548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908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37260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 status snapshot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908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9788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Core: what exists, what doesn't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Agent: same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design started?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Shared picture, no gaps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23260" y="1645920"/>
            <a:ext cx="269748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326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753612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 POC plan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23260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06140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Owners: Javier + Omer Blechman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mapped: build vs. adopt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M1/M2 feeds in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First sync: Wednesday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9612" y="1645920"/>
            <a:ext cx="26974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961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69964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defined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39612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2492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"works on June 15" mean?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integration or canned flow?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agent? Which tools?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Scope locked, not aspirational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544568"/>
            <a:ext cx="82296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5445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THE ROOM:  </a:t>
            </a:r>
            <a:pPr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 / M2 already covers parts of P0? What do you think is missing?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Gateway — Engineering Kickoff</dc:title>
  <dc:subject>PptxGenJS Presentation</dc:subject>
  <dc:creator>Omri Lorch</dc:creator>
  <cp:lastModifiedBy>Omri Lorch</cp:lastModifiedBy>
  <cp:revision>1</cp:revision>
  <dcterms:created xsi:type="dcterms:W3CDTF">2026-04-26T07:13:31Z</dcterms:created>
  <dcterms:modified xsi:type="dcterms:W3CDTF">2026-04-26T07:13:31Z</dcterms:modified>
</cp:coreProperties>
</file>
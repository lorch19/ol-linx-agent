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645920"/>
            <a:ext cx="4572000" cy="45720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0" y="2926080"/>
            <a:ext cx="2743200" cy="2743200"/>
          </a:xfrm>
          <a:prstGeom prst="ellipse">
            <a:avLst/>
          </a:prstGeom>
          <a:solidFill>
            <a:srgbClr val="E8EEFC">
              <a:alpha val="10000"/>
            </a:srgbClr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ENGINEERING PRE-KICKOFF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Governance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on what we know. Name what we don't. Start moving.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548640" cy="45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1148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· 27 April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 Lorch · Product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 space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agents different?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"Agents are like humans on steroids — they don't sleep, they don't wait, they operate at machine speed."  — Mor Shabi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82880" y="1920240"/>
            <a:ext cx="2743200" cy="2286000"/>
          </a:xfrm>
          <a:prstGeom prst="ellipse">
            <a:avLst/>
          </a:prstGeom>
          <a:solidFill>
            <a:srgbClr val="7C3AED">
              <a:alpha val="4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0" y="2057400"/>
            <a:ext cx="2743200" cy="2286000"/>
          </a:xfrm>
          <a:prstGeom prst="ellipse">
            <a:avLst/>
          </a:prstGeom>
          <a:solidFill>
            <a:srgbClr val="02C39A">
              <a:alpha val="5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0" y="1920240"/>
            <a:ext cx="2743200" cy="2286000"/>
          </a:xfrm>
          <a:prstGeom prst="ellipse">
            <a:avLst/>
          </a:prstGeom>
          <a:solidFill>
            <a:srgbClr val="F59E0B">
              <a:alpha val="4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" y="2697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Judicious · Static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permissions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" y="3566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Socially exploitable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over-permissioned over time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81635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· Goal-based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Nondeterministic · LLM-powered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· Iterative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36576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Manipulable via inputs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when over-trusted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0" y="2697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Restless · Works at scale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Permission-greedy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3566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Misconfigurations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long-lived secrets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solving.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7863840" cy="260604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73152" cy="26060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CISOs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whose enterprises now run more agents than humans (144 : 1),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way to see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exist, who owns them, what they access, or what they did.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IAM and PAM tools they have </a:t>
            </a:r>
            <a:pPr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built for humans and NHIs — not agents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spin up in seconds, decide at runtime, and chain through tools and MCP servers.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4526280"/>
            <a:ext cx="7863840" cy="4572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5262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SOLVES THIS WITH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identity governance, end-to-end: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→ Assess → Enforce.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full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capabilities. Three stages.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34340" y="1691640"/>
            <a:ext cx="269748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4340" y="16916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" y="2103120"/>
            <a:ext cx="2697480" cy="2468880"/>
          </a:xfrm>
          <a:prstGeom prst="rect">
            <a:avLst/>
          </a:prstGeom>
          <a:solidFill>
            <a:srgbClr val="E8EEFC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8932" y="2462784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8932" y="2462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28116" y="2194560"/>
            <a:ext cx="15544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&amp; identification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10028" y="2481072"/>
            <a:ext cx="594360" cy="21945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0028" y="248107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✓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3255264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" y="32552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28116" y="2987040"/>
            <a:ext cx="15544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assignment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510028" y="3273552"/>
            <a:ext cx="594360" cy="21945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10028" y="327355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✓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8932" y="4047744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932" y="4047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28116" y="3779520"/>
            <a:ext cx="15544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observability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10028" y="4066032"/>
            <a:ext cx="594360" cy="21945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10028" y="406603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✓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140964" y="1892808"/>
            <a:ext cx="82296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223260" y="1691640"/>
            <a:ext cx="2697480" cy="41148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23260" y="16916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223260" y="2103120"/>
            <a:ext cx="2697480" cy="2468880"/>
          </a:xfrm>
          <a:prstGeom prst="rect">
            <a:avLst/>
          </a:prstGeom>
          <a:solidFill>
            <a:srgbClr val="E8EEFC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7852" y="2462784"/>
            <a:ext cx="256032" cy="256032"/>
          </a:xfrm>
          <a:prstGeom prst="ellips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7852" y="2462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717036" y="2194560"/>
            <a:ext cx="15544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298948" y="2481072"/>
            <a:ext cx="594360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98948" y="248107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87852" y="3255264"/>
            <a:ext cx="256032" cy="256032"/>
          </a:xfrm>
          <a:prstGeom prst="ellips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32552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717036" y="2987040"/>
            <a:ext cx="15544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&amp; delegation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298948" y="3273552"/>
            <a:ext cx="594360" cy="219456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98948" y="327355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387852" y="4047744"/>
            <a:ext cx="256032" cy="256032"/>
          </a:xfrm>
          <a:prstGeom prst="ellips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7852" y="4047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717036" y="3779520"/>
            <a:ext cx="15544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collaboration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298948" y="4066032"/>
            <a:ext cx="594360" cy="21945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98948" y="406603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929884" y="1892808"/>
            <a:ext cx="82296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012180" y="1691640"/>
            <a:ext cx="2697480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12180" y="16916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012180" y="2103120"/>
            <a:ext cx="2697480" cy="2468880"/>
          </a:xfrm>
          <a:prstGeom prst="rect">
            <a:avLst/>
          </a:prstGeom>
          <a:solidFill>
            <a:srgbClr val="E8EE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76772" y="2363724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76772" y="23637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505956" y="21945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 &amp; approval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087868" y="2382012"/>
            <a:ext cx="594360" cy="21945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87868" y="238201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176772" y="2958084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76772" y="29580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505956" y="2788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policy enforcement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087868" y="2976372"/>
            <a:ext cx="594360" cy="219456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087868" y="297637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76772" y="3552444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6772" y="35524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505956" y="33832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lifecycle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087868" y="3570732"/>
            <a:ext cx="594360" cy="21945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87868" y="357073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176772" y="4146804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76772" y="41468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505956" y="39776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 &amp; logging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087868" y="4165092"/>
            <a:ext cx="594360" cy="219456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087868" y="416509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57200" y="4663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connectors live: </a:t>
            </a:r>
            <a:pPr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Vertex AI · Bedrock · n8n  · 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Enterprise: Backlog  ·  Copilot Studio: Canceled Jan 2026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From → 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IdP-led to protocol-led.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749040" cy="283464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73152" cy="2834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 agents through the same IAM APIs that govern humans + NHIs.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IAM API surface couldn't support the agent access flow.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failure mode is what Sarit + Amir are best placed to describe — and it's the foundation for the Gateway design.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Signal: </a:t>
            </a:r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stalled at the 26% that needed deep access to the agent call flow.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3108960"/>
            <a:ext cx="640080" cy="0"/>
          </a:xfrm>
          <a:prstGeom prst="line">
            <a:avLst/>
          </a:prstGeom>
          <a:noFill/>
          <a:ln w="3810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937760" y="1691640"/>
            <a:ext cx="3749040" cy="28346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1691640"/>
            <a:ext cx="73152" cy="2834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783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DOING NOW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20640" y="2103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20640" y="2606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agents at the protocol layer — one enforcement point between every agent and every tool.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74920" y="3383280"/>
            <a:ext cx="914400" cy="594360"/>
          </a:xfrm>
          <a:prstGeom prst="roundRect">
            <a:avLst>
              <a:gd name="adj" fmla="val 9231"/>
            </a:avLst>
          </a:prstGeom>
          <a:solidFill>
            <a:srgbClr val="1A2545"/>
          </a:solidFill>
          <a:ln w="9525">
            <a:solidFill>
              <a:srgbClr val="E8EE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338328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3680460"/>
            <a:ext cx="27432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355080" y="333756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09123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3375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18120" y="3680460"/>
            <a:ext cx="27432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3383280"/>
            <a:ext cx="502920" cy="594360"/>
          </a:xfrm>
          <a:prstGeom prst="roundRect">
            <a:avLst>
              <a:gd name="adj" fmla="val 10909"/>
            </a:avLst>
          </a:prstGeom>
          <a:solidFill>
            <a:srgbClr val="1A2545"/>
          </a:solidFill>
          <a:ln w="9525">
            <a:solidFill>
              <a:srgbClr val="E8EE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33832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20640" y="4069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Sarit + Amir Ben Ami  ·  Status: concept / whiteboard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tailwind: Saviynt, Token Security, Astrix all converging on MCP-layer governance.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 first. Then in sequence.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914400" cy="29260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63040" y="1572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target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965960"/>
            <a:ext cx="27432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03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2788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Protocol-layer enforcement point. Every agent → tool call flows through it.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33832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research starts here.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0" y="196596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965960"/>
            <a:ext cx="27432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103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Agent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29000" y="2788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profiles per agent — at MCP/platform level AND tool level. Granular, not binary.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96596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965960"/>
            <a:ext cx="27432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103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6364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63640" y="2788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“Integration” tab for MCPs + 3 log views: System · Governance · All Access.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840480"/>
            <a:ext cx="91440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8404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463040" y="3858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sequence after the demo lands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8892" y="4224528"/>
            <a:ext cx="2057400" cy="5029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8892" y="4224528"/>
            <a:ext cx="54864" cy="5029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6052" y="427024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with Gateway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On-the-fly grants. With/without HITL.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455164" y="4224528"/>
            <a:ext cx="2057400" cy="5029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55164" y="4224528"/>
            <a:ext cx="54864" cy="5029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92324" y="427024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JML for Agents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/ mover / leaver lifecycle.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31436" y="4224528"/>
            <a:ext cx="2057400" cy="5029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31436" y="4224528"/>
            <a:ext cx="54864" cy="5029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68596" y="427024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to connect apps. Secured setup.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807708" y="4224528"/>
            <a:ext cx="2057400" cy="5029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07708" y="4224528"/>
            <a:ext cx="54864" cy="5029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4868" y="427024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Intent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+ context + sensitivity.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Identiverse  ·  June 15  ·  harsh deadline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What we leave with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· Don't know · Start.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20040" y="1737360"/>
            <a:ext cx="274320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37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KNOW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084832"/>
            <a:ext cx="2743200" cy="2304288"/>
          </a:xfrm>
          <a:prstGeom prst="rect">
            <a:avLst/>
          </a:prstGeom>
          <a:solidFill>
            <a:srgbClr val="09123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221992"/>
            <a:ext cx="23774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Identiverse, June 15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 lead: Sarit + Amir Ben Ami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P0: Gateway Core, Policy Agent, Screens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layer (M1) is done — needs validation against P0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737360"/>
            <a:ext cx="274320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737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KNOW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2084832"/>
            <a:ext cx="2743200" cy="2304288"/>
          </a:xfrm>
          <a:prstGeom prst="rect">
            <a:avLst/>
          </a:prstGeom>
          <a:solidFill>
            <a:srgbClr val="09123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2221992"/>
            <a:ext cx="23774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Gateway Core actually looks like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options and coverage trade-offs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M2 work feeds in vs. pauses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P0 status — what's done vs. started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1737360"/>
            <a:ext cx="2743200" cy="347472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737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NOW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2084832"/>
            <a:ext cx="2743200" cy="2304288"/>
          </a:xfrm>
          <a:prstGeom prst="rect">
            <a:avLst/>
          </a:prstGeom>
          <a:solidFill>
            <a:srgbClr val="091230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221992"/>
            <a:ext cx="23774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Eng: research Gateway Core — options, coverage, POC plan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Omri: market + competitor scan (share what we have)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Omri: scope P0 remainder + post-P0 in parallel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in 2 weeks — next cycle review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THE ROOM:  </a:t>
            </a:r>
            <a:pPr indent="0" marL="0">
              <a:buNone/>
            </a:pPr>
            <a:r>
              <a:rPr lang="en-US" sz="13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from M1 / M2 do you think already covers parts of P0?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Pre-Kickoff — AI Governance</dc:title>
  <dc:subject>PptxGenJS Presentation</dc:subject>
  <dc:creator>Omri Lorch</dc:creator>
  <cp:lastModifiedBy>Omri Lorch</cp:lastModifiedBy>
  <cp:revision>1</cp:revision>
  <dcterms:created xsi:type="dcterms:W3CDTF">2026-04-26T06:35:43Z</dcterms:created>
  <dcterms:modified xsi:type="dcterms:W3CDTF">2026-04-26T06:35:43Z</dcterms:modified>
</cp:coreProperties>
</file>
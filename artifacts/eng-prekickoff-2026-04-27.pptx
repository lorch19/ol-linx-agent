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645920"/>
            <a:ext cx="4572000" cy="4572000"/>
          </a:xfrm>
          <a:prstGeom prst="ellipse">
            <a:avLst/>
          </a:prstGeom>
          <a:solidFill>
            <a:srgbClr val="02C39A">
              <a:alpha val="2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0" y="2926080"/>
            <a:ext cx="2743200" cy="2743200"/>
          </a:xfrm>
          <a:prstGeom prst="ellipse">
            <a:avLst/>
          </a:prstGeom>
          <a:solidFill>
            <a:srgbClr val="E8EEFC">
              <a:alpha val="10000"/>
            </a:srgbClr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LINX · ENGINEERING PRE-KICKOFF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AI Governance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on what we know. Name what we don't. Start moving.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840480"/>
            <a:ext cx="548640" cy="45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1148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 · 27 April 2026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Omri Lorch · Product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 space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Agents are humans on steroids.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don't sleep. They don't wait. They operate at machine speed. Human IAM wasn't built for this shape.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88620" y="2194560"/>
            <a:ext cx="26974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8620" y="2194560"/>
            <a:ext cx="2697480" cy="36576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620" y="21945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71500" y="26974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· Judicious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· Deterministic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1500" y="3749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
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Socially exploitable · Over-permissioned over time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3260" y="2194560"/>
            <a:ext cx="2697480" cy="2194560"/>
          </a:xfrm>
          <a:prstGeom prst="rect">
            <a:avLst/>
          </a:prstGeom>
          <a:solidFill>
            <a:srgbClr val="E8EEFC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23260" y="2194560"/>
            <a:ext cx="2697480" cy="3657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23260" y="21945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06140" y="26974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· Goal-based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· Nondeterministic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LLM-powered · Context-aware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06140" y="3749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
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Manipulable via inputs · Dangerous when over-trusted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57900" y="2194560"/>
            <a:ext cx="26974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57900" y="2194560"/>
            <a:ext cx="2697480" cy="36576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7900" y="21945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40780" y="26974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Restless · Works at scale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Permission-greedy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40780" y="3749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
</a:t>
            </a:r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Misconfigurations · Long-lived secrets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agents per human (SACR benchmark). Manual oversight structurally impossible.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“agent IAM” fully means.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10-capability framework (“IAM for LLM-Based AI Agents”). Our scope tags show where each one lands for us.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292608" cy="292608"/>
          </a:xfrm>
          <a:prstGeom prst="ellipse">
            <a:avLst/>
          </a:prstGeom>
          <a:solidFill>
            <a:srgbClr val="E8EE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011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9659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&amp; identification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66160" y="2039112"/>
            <a:ext cx="1005840" cy="2560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20391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292608" cy="292608"/>
          </a:xfrm>
          <a:prstGeom prst="ellipse">
            <a:avLst/>
          </a:prstGeom>
          <a:solidFill>
            <a:srgbClr val="E8EE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423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23774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assignment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566160" y="2450592"/>
            <a:ext cx="1005840" cy="2560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245059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292608" cy="292608"/>
          </a:xfrm>
          <a:prstGeom prst="ellipse">
            <a:avLst/>
          </a:prstGeom>
          <a:solidFill>
            <a:srgbClr val="E8EE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278892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66160" y="2862072"/>
            <a:ext cx="100584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28620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246120"/>
            <a:ext cx="292608" cy="292608"/>
          </a:xfrm>
          <a:prstGeom prst="ellipse">
            <a:avLst/>
          </a:prstGeom>
          <a:solidFill>
            <a:srgbClr val="E8EE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46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3200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&amp; delegation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566160" y="3273552"/>
            <a:ext cx="1005840" cy="256032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66160" y="32735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3657600"/>
            <a:ext cx="292608" cy="292608"/>
          </a:xfrm>
          <a:prstGeom prst="ellipse">
            <a:avLst/>
          </a:prstGeom>
          <a:solidFill>
            <a:srgbClr val="E8EE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2960" y="36118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oversight &amp; approval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566160" y="3685032"/>
            <a:ext cx="1005840" cy="25603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66160" y="36850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Post-P0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00600" y="2011680"/>
            <a:ext cx="292608" cy="292608"/>
          </a:xfrm>
          <a:prstGeom prst="ellipse">
            <a:avLst/>
          </a:prstGeom>
          <a:solidFill>
            <a:srgbClr val="E8EE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2011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166360" y="19659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policy enforcement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909560" y="2039112"/>
            <a:ext cx="1005840" cy="256032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09560" y="20391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00600" y="2423160"/>
            <a:ext cx="292608" cy="292608"/>
          </a:xfrm>
          <a:prstGeom prst="ellipse">
            <a:avLst/>
          </a:prstGeom>
          <a:solidFill>
            <a:srgbClr val="E8EE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2423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166360" y="23774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lifecycle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909560" y="2450592"/>
            <a:ext cx="1005840" cy="25603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09560" y="245059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00600" y="2834640"/>
            <a:ext cx="292608" cy="292608"/>
          </a:xfrm>
          <a:prstGeom prst="ellipse">
            <a:avLst/>
          </a:prstGeom>
          <a:solidFill>
            <a:srgbClr val="E8EE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166360" y="278892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Auditability &amp; logging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909560" y="2862072"/>
            <a:ext cx="1005840" cy="256032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09560" y="28620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00600" y="3246120"/>
            <a:ext cx="292608" cy="292608"/>
          </a:xfrm>
          <a:prstGeom prst="ellipse">
            <a:avLst/>
          </a:prstGeom>
          <a:solidFill>
            <a:srgbClr val="E8EE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3246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166360" y="3200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collaboration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909560" y="3273552"/>
            <a:ext cx="1005840" cy="25603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09560" y="32735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00600" y="3657600"/>
            <a:ext cx="292608" cy="292608"/>
          </a:xfrm>
          <a:prstGeom prst="ellipse">
            <a:avLst/>
          </a:prstGeom>
          <a:solidFill>
            <a:srgbClr val="E8EE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166360" y="36118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&amp; observability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7909560" y="3685032"/>
            <a:ext cx="1005840" cy="2560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909560" y="36850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+ P0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shipped  ·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flight  ·  </a:t>
            </a:r>
            <a:pPr indent="0" marL="0">
              <a:buNone/>
            </a:pPr>
            <a:r>
              <a:rPr lang="en-US" sz="10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Gateway demo  ·  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Post-P0 / Future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next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What's done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M1 is live. Real agents, real data.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graph model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first-class nodes. Owner, model, tools, issues.</a:t>
            </a:r>
            <a:endParaRPr lang="en-US" sz="14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› Agents UI + entity page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across platforms. Issues: AGENT_EXCESSIVE_PERMISSIONS, AGENT_OWNER_OFFBOARDED.</a:t>
            </a:r>
            <a:endParaRPr lang="en-US" sz="14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M2: Access Intelligence in flight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complete. The unfinished 26% is where the IdP-API approach hit the wall.</a:t>
            </a:r>
            <a:endParaRPr lang="en-US" sz="1400" dirty="0"/>
          </a:p>
        </p:txBody>
      </p:sp>
      <p:pic>
        <p:nvPicPr>
          <p:cNvPr id="6" name="Image 0" descr="/tmp/mor-pics/slide12_16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600200"/>
            <a:ext cx="3840480" cy="2560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846320" y="42062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Linx · release-notes-assistant · real M1 product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45720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LIVE: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 ·  Vertex AI  ·  Amazon Bedrock  ·  n8n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The lesson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1097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1371600" y="109728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counted on the IdPs to identify agents.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didn't work.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371600" y="2788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access is ephemeral, intent-driven, multi-hop through tools and MCP. The IAM API surface can't see that shape.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8229600" cy="777240"/>
          </a:xfrm>
          <a:prstGeom prst="rect">
            <a:avLst/>
          </a:prstGeom>
          <a:solidFill>
            <a:srgbClr val="02C39A">
              <a:alpha val="25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6118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 ·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Gateway. Govern at the protocol layer — one enforcement point between every agent and every tool.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2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Sarit + Amir Ben Ami leading architecture. Cycle 79 AI priority.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tailwind: Saviynt, Token Security, Astrix all converging on MCP-layer governance. We're aligned with where the category is going.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P0 scope — the demo target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building first.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Sarit's architecture session. Some pieces may already exist in M1/M2 — we'll connect the dots.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27432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011680"/>
            <a:ext cx="27432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194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Gateway Core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protocol-layer enforcement point. Every agent → tool call flows through it. Identity-aware, loggable, policy-checkable.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160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research starts here.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2011680"/>
            <a:ext cx="27432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2011680"/>
            <a:ext cx="27432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2194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7472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 Agent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74720" y="29718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profiles for agents.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 the MCP / platform level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AND at the individual tool level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Granular, not binary.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011680"/>
            <a:ext cx="27432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35040" y="2011680"/>
            <a:ext cx="27432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2194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0936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09360" y="29718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“Integration” tab for MCPs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— three views: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System Logs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Governance Logs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Access Logs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demoes at Identiverse · June 15.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Post-P0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goes next.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4160520" cy="137160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91640"/>
            <a:ext cx="73152" cy="137160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JIT with Gateway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On-the-fly access grants. With or without human-in-the-loop. Ephemeral, scoped per task.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691640"/>
            <a:ext cx="4160520" cy="137160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691640"/>
            <a:ext cx="73152" cy="137160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187452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JML for Agents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74920" y="233172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Joiner / mover / leaver lifecycle. Owner offboarded? Their agents don't linger.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160520" cy="137160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246120"/>
            <a:ext cx="73152" cy="137160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429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31520" y="388620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for connecting apps to the Gateway. Secured setup flow — self-service.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3246120"/>
            <a:ext cx="4160520" cy="137160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3246120"/>
            <a:ext cx="73152" cy="137160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429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Intent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074920" y="388620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+ behavior + context + data sensitivity, continuously evaluated. Vision horizon.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Sequenced after P0. Omri scopes these in parallel while Eng researches Gateway Core.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02C39A">
              <a:alpha val="15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What we leave with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 · Don't know · Start.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20040" y="1737360"/>
            <a:ext cx="2743200" cy="3200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737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KNOW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2057400"/>
            <a:ext cx="2743200" cy="2331720"/>
          </a:xfrm>
          <a:prstGeom prst="rect">
            <a:avLst/>
          </a:prstGeom>
          <a:solidFill>
            <a:srgbClr val="09123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94560"/>
            <a:ext cx="23774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Deadline: Identiverse, June 15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 lead: Sarit + Amir Ben Ami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target: Gateway Core, Policy Agent, Screens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is shipped &amp; real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737360"/>
            <a:ext cx="2743200" cy="320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737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KNOW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2057400"/>
            <a:ext cx="2743200" cy="2331720"/>
          </a:xfrm>
          <a:prstGeom prst="rect">
            <a:avLst/>
          </a:prstGeom>
          <a:solidFill>
            <a:srgbClr val="09123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2194560"/>
            <a:ext cx="23774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Gateway Core actually looks like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options and coverage trade-offs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M2 work feeds in vs. pauses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from M1/M2 already covers P0 — Omri to map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1737360"/>
            <a:ext cx="2743200" cy="32004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1737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NOW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2057400"/>
            <a:ext cx="2743200" cy="2331720"/>
          </a:xfrm>
          <a:prstGeom prst="rect">
            <a:avLst/>
          </a:prstGeom>
          <a:solidFill>
            <a:srgbClr val="091230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2194560"/>
            <a:ext cx="23774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Eng: research Gateway Core — options, coverage, POC plan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Omri: competitors + market scan (share what we already have)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Omri: scope rest of P0 + post-P0 in parallel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sync: cycle in 2 weeks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5720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THE ROOM:  </a:t>
            </a:r>
            <a:pPr indent="0" marL="0">
              <a:buNone/>
            </a:pPr>
            <a:r>
              <a:rPr lang="en-US" sz="1300" b="1" i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from M1 / M2 do you think already covers parts of P0?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Engineering Pre-Kickoff — AI Governance</dc:title>
  <dc:subject>PptxGenJS Presentation</dc:subject>
  <dc:creator>Omri Lorch</dc:creator>
  <cp:lastModifiedBy>Omri Lorch</cp:lastModifiedBy>
  <cp:revision>1</cp:revision>
  <dcterms:created xsi:type="dcterms:W3CDTF">2026-04-24T06:01:45Z</dcterms:created>
  <dcterms:modified xsi:type="dcterms:W3CDTF">2026-04-24T06:01:45Z</dcterms:modified>
</cp:coreProperties>
</file>
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645920"/>
            <a:ext cx="4572000" cy="4572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0" y="2926080"/>
            <a:ext cx="2743200" cy="2743200"/>
          </a:xfrm>
          <a:prstGeom prst="ellipse">
            <a:avLst/>
          </a:prstGeom>
          <a:solidFill>
            <a:srgbClr val="E8EEFC">
              <a:alpha val="10000"/>
            </a:srgbClr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LINX · ENGINEERING PRE-KICKOFF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AI Governance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what we know. Name what we don't. Start moving.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486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· 27 April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Omri Lorch · Product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agents different?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"Agents are like humans on steroids — they don't sleep, they don't wait, they operate at machine speed."  — Mor Shabi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920240"/>
            <a:ext cx="2743200" cy="2286000"/>
          </a:xfrm>
          <a:prstGeom prst="ellipse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2057400"/>
            <a:ext cx="2743200" cy="2286000"/>
          </a:xfrm>
          <a:prstGeom prst="ellipse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20240"/>
            <a:ext cx="2743200" cy="2286000"/>
          </a:xfrm>
          <a:prstGeom prst="ellipse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Judicious · Static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permissions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Socially exploitable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over-permissioned over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81635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Goal-based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Nondeterministic · LLM-powered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· Iterative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657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Manipulable via inputs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when over-trusted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Restless · Works at scale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Permission-greedy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5661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Misconfigurations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 secrets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full 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capabilities. Three stages.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34340" y="1691640"/>
            <a:ext cx="269748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4340" y="2103120"/>
            <a:ext cx="2697480" cy="2468880"/>
          </a:xfrm>
          <a:prstGeom prst="rect">
            <a:avLst/>
          </a:prstGeom>
          <a:solidFill>
            <a:srgbClr val="E8EEFC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8932" y="246278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" y="246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28116" y="219456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identification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0028" y="2481072"/>
            <a:ext cx="594360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0028" y="24810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8932" y="325526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8116" y="298704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assignment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10028" y="3273552"/>
            <a:ext cx="594360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0028" y="32735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✓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" y="4047744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" y="4047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28116" y="377952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&amp; observability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10028" y="4066032"/>
            <a:ext cx="594360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0028" y="40660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40964" y="1892808"/>
            <a:ext cx="822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23260" y="1691640"/>
            <a:ext cx="2697480" cy="41148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2326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23260" y="2103120"/>
            <a:ext cx="2697480" cy="2468880"/>
          </a:xfrm>
          <a:prstGeom prst="rect">
            <a:avLst/>
          </a:prstGeom>
          <a:solidFill>
            <a:srgbClr val="E8EEFC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7852" y="2462784"/>
            <a:ext cx="256032" cy="256032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7852" y="24627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17036" y="219456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98948" y="2481072"/>
            <a:ext cx="594360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8948" y="24810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7852" y="3255264"/>
            <a:ext cx="256032" cy="256032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7852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17036" y="298704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delegation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98948" y="3273552"/>
            <a:ext cx="594360" cy="21945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98948" y="327355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87852" y="4047744"/>
            <a:ext cx="256032" cy="256032"/>
          </a:xfrm>
          <a:prstGeom prst="ellipse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7852" y="4047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717036" y="3779520"/>
            <a:ext cx="15544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98948" y="4066032"/>
            <a:ext cx="5943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98948" y="40660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929884" y="1892808"/>
            <a:ext cx="82296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12180" y="1691640"/>
            <a:ext cx="26974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12180" y="16916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012180" y="2103120"/>
            <a:ext cx="2697480" cy="2468880"/>
          </a:xfrm>
          <a:prstGeom prst="rect">
            <a:avLst/>
          </a:prstGeom>
          <a:solidFill>
            <a:srgbClr val="E8EE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6772" y="236372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6772" y="23637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05956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&amp; approval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087868" y="2382012"/>
            <a:ext cx="5943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87868" y="238201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76772" y="295808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6772" y="29580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505956" y="27889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policy enforcement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087868" y="2976372"/>
            <a:ext cx="594360" cy="21945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87868" y="297637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76772" y="355244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6772" y="35524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505956" y="3383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lifecycle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087868" y="3570732"/>
            <a:ext cx="594360" cy="21945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87868" y="357073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76772" y="414680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76772" y="41468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505956" y="39776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&amp; logging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087868" y="4165092"/>
            <a:ext cx="594360" cy="219456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87868" y="4165092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connectors live: </a:t>
            </a:r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· Vertex AI · Bedrock · n8n  · 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Enterprise: Backlog  ·  Copilot Studio: Canceled Jan 2026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What we tried first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original approach.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agents using the same IAM APIs that power human + NHI governance.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graph already connected to every app.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request flows already built.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discovery already in motion (M2).</a:t>
            </a:r>
            <a:endParaRPr lang="en-US" sz="12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extension of what we already do for humans and NHIs.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3063240"/>
            <a:ext cx="502920" cy="0"/>
          </a:xfrm>
          <a:prstGeom prst="line">
            <a:avLst/>
          </a:prstGeom>
          <a:noFill/>
          <a:ln w="25400">
            <a:solidFill>
              <a:srgbClr val="0F1B3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0" y="1691640"/>
            <a:ext cx="3749040" cy="27432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1691640"/>
            <a:ext cx="73152" cy="274320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224028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IAM API surface couldn't support the agent access flow.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failure mode is what Sarit + Amir are best placed to describe — and it's the foundation for the Gateway design.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know: </a:t>
            </a:r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stalled at the 26% that required deep access to the agent call flow — not user accounts, not static entitlements.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useful discovery. We now know exactly what the next layer must do.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new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Gateway.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agents at the protocol layer — one enforcement point between every agent and every tool.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A2545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· Claude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· n8n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31720" y="2926080"/>
            <a:ext cx="685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219456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0F1B3D"/>
          </a:solidFill>
          <a:ln w="381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08960" y="2743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· policy ·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3108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call, policy-checked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2926080"/>
            <a:ext cx="685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0" y="233172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1A2545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· TOOLS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0" y="27889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· Postgres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concept / whiteboard.  </a:t>
            </a:r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Sarit + Amir Ben Ami leading architecture.  </a:t>
            </a:r>
            <a:pPr indent="0" marL="0">
              <a:buNone/>
            </a:pPr>
            <a:r>
              <a:rPr lang="en-US" sz="12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79 AI priority.  </a:t>
            </a:r>
            <a:pPr indent="0" marL="0">
              <a:buNone/>
            </a:pPr>
            <a:r>
              <a:rPr lang="en-US" sz="1200" i="1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Market: Saviynt, Token Security, Astrix converging here.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P0 scope — the demo target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building first.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Sarit's session. Some pieces may exist in M1/M2 — Omri will connect the dots.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Core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protocol-layer enforcement point. Every agent → tool call flows through it.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Identity-aware, loggable, policy-checkable.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187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research starts here.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20116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011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Agent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profiles for agents: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the MCP / platform level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 at the individual tool level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Granular, not binary.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0116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011680"/>
            <a:ext cx="27432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1945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"Integration" tab for MCPs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— three views: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Logs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Logs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Access Logs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Identiverse · June 15 · harsh deadline.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Post-P0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160520" cy="13716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73152" cy="13716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56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JIT with Gateway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31343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On-the-fly access grants, with or without human-in-the-loop. Ephemeral, scoped per task.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4160520" cy="13716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91640"/>
            <a:ext cx="73152" cy="13716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85623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JML for Agents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231343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/ mover / leaver lifecycle. Owner offboarded? Their agents don't linger.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4160520" cy="13716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73152" cy="13716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4107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8679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for connecting apps to the Gateway. Secured setup — self-service, not a services engagement.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246120"/>
            <a:ext cx="4160520" cy="137160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246120"/>
            <a:ext cx="73152" cy="1371600"/>
          </a:xfrm>
          <a:prstGeom prst="rect">
            <a:avLst/>
          </a:prstGeom>
          <a:solidFill>
            <a:srgbClr val="0F1B3D"/>
          </a:solidFill>
          <a:ln w="12700">
            <a:solidFill>
              <a:srgbClr val="0F1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41071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Intent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74920" y="3867912"/>
            <a:ext cx="3703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behavior + context + data sensitivity, continuously evaluated. The vision horizon.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after P0. Omri scopes these in parallel with competitor research.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What we leave with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· Don't know · Start.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737360"/>
            <a:ext cx="274320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084832"/>
            <a:ext cx="2743200" cy="2304288"/>
          </a:xfrm>
          <a:prstGeom prst="rect">
            <a:avLst/>
          </a:prstGeom>
          <a:solidFill>
            <a:srgbClr val="09123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21992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Identiverse, June 15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lead: Sarit + Amir Ben Ami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P0: Gateway Core, Policy Agent, Screens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layer started (M1 + M2 in flight)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37360"/>
            <a:ext cx="274320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KNOW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084832"/>
            <a:ext cx="2743200" cy="2304288"/>
          </a:xfrm>
          <a:prstGeom prst="rect">
            <a:avLst/>
          </a:prstGeom>
          <a:solidFill>
            <a:srgbClr val="09123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221992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Gateway Core actually looks like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options and coverage trade-offs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M2 work feeds in vs. pauses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P0 status — what's done vs. started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737360"/>
            <a:ext cx="2743200" cy="347472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1737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NOW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084832"/>
            <a:ext cx="2743200" cy="2304288"/>
          </a:xfrm>
          <a:prstGeom prst="rect">
            <a:avLst/>
          </a:prstGeom>
          <a:solidFill>
            <a:srgbClr val="091230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221992"/>
            <a:ext cx="23774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Eng: research Gateway Core — options, coverage, POC plan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Omri: market + competitor scan (share what we have)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Omri: scope P0 remainder + post-P0 in parallel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in 2 weeks — next cycle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THE ROOM:  </a:t>
            </a:r>
            <a:pPr indent="0" marL="0">
              <a:buNone/>
            </a:pPr>
            <a:r>
              <a:rPr lang="en-US" sz="1300" b="1" i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from M1 / M2 do you think already covers parts of P0?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8234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8EE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Pre-Kickoff — AI Governance</dc:title>
  <dc:subject>PptxGenJS Presentation</dc:subject>
  <dc:creator>Omri Lorch</dc:creator>
  <cp:lastModifiedBy>Omri Lorch</cp:lastModifiedBy>
  <cp:revision>1</cp:revision>
  <dcterms:created xsi:type="dcterms:W3CDTF">2026-04-26T06:22:06Z</dcterms:created>
  <dcterms:modified xsi:type="dcterms:W3CDTF">2026-04-26T06:22:06Z</dcterms:modified>
</cp:coreProperties>
</file>